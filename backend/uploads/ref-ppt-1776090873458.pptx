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VisionText AI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in Student Record System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Student Data using Roll Number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13716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Binary Search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Overview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Algorithm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Efficient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Data Required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 Support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Algorithm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5166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51663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000"/>
              </a:spcBef>
            </a:pPr>
            <a:r>
              <a:rPr lang="en-US" sz="2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Middle Element</a:t>
            </a:r>
            <a:endParaRPr lang="en-US" sz="2000" dirty="0"/>
          </a:p>
          <a:p>
            <a:pPr>
              <a:spcBef>
                <a:spcPts val="1000"/>
              </a:spcBef>
            </a:pPr>
            <a:r>
              <a:rPr lang="en-US" sz="2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Target</a:t>
            </a:r>
            <a:endParaRPr lang="en-US" sz="2000" dirty="0"/>
          </a:p>
          <a:p>
            <a:pPr>
              <a:spcBef>
                <a:spcPts val="1000"/>
              </a:spcBef>
            </a:pPr>
            <a:r>
              <a:rPr lang="en-US" sz="2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Left or Right</a:t>
            </a:r>
            <a:endParaRPr lang="en-US" sz="2000" dirty="0"/>
          </a:p>
          <a:p>
            <a:pPr>
              <a:spcBef>
                <a:spcPts val="1000"/>
              </a:spcBef>
            </a:pPr>
            <a:r>
              <a:rPr lang="en-US" sz="2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Found</a:t>
            </a:r>
            <a:endParaRPr lang="en-US" sz="2000" dirty="0"/>
          </a:p>
          <a:p>
            <a:pPr>
              <a:spcBef>
                <a:spcPts val="1000"/>
              </a:spcBef>
            </a:pPr>
            <a:r>
              <a:rPr lang="en-US" sz="2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Index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80760" y="1645920"/>
            <a:ext cx="5166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80760" y="2377440"/>
            <a:ext cx="51663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000"/>
              </a:spcBef>
            </a:pPr>
            <a:r>
              <a:rPr lang="en-US" sz="2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for Large Data</a:t>
            </a:r>
            <a:endParaRPr lang="en-US" sz="2000" dirty="0"/>
          </a:p>
          <a:p>
            <a:pPr>
              <a:spcBef>
                <a:spcPts val="1000"/>
              </a:spcBef>
            </a:pPr>
            <a:r>
              <a:rPr lang="en-US" sz="2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Sorted Input</a:t>
            </a:r>
            <a:endParaRPr lang="en-US" sz="2000" dirty="0"/>
          </a:p>
          <a:p>
            <a:pPr>
              <a:spcBef>
                <a:spcPts val="1000"/>
              </a:spcBef>
            </a:pPr>
            <a:r>
              <a:rPr lang="en-US" sz="2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Search Speed</a:t>
            </a:r>
            <a:endParaRPr lang="en-US" sz="2000" dirty="0"/>
          </a:p>
          <a:p>
            <a:pPr>
              <a:spcBef>
                <a:spcPts val="1000"/>
              </a:spcBef>
            </a:pPr>
            <a:r>
              <a:rPr lang="en-US" sz="2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Comparisons</a:t>
            </a:r>
            <a:endParaRPr lang="en-US" sz="2000" dirty="0"/>
          </a:p>
          <a:p>
            <a:pPr>
              <a:spcBef>
                <a:spcPts val="1000"/>
              </a:spcBef>
            </a:pPr>
            <a:r>
              <a:rPr lang="en-US" sz="2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Various Data Types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Binary Search?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3474720" cy="2194560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Speed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206240" y="1828800"/>
            <a:ext cx="3474720" cy="2194560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0" y="20116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206240" y="32004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955280" y="1828800"/>
            <a:ext cx="3474720" cy="2194560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20116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955280" y="32004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Requirement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3474720" cy="2194560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5720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" y="57607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206240" y="4389120"/>
            <a:ext cx="3474720" cy="2194560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45720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206240" y="57607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Size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Binary Search Works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731520" y="3291840"/>
            <a:ext cx="1069848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3154680"/>
            <a:ext cx="274320" cy="2743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3566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-182880" y="164592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Middle Element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68980" y="3154680"/>
            <a:ext cx="274320" cy="2743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4620" y="3566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491740" y="438912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Target Value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0" y="3154680"/>
            <a:ext cx="274320" cy="2743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3566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66360" y="164592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Left or Right Based on Comparison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18220" y="3154680"/>
            <a:ext cx="274320" cy="2743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23860" y="3566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840980" y="438912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Element is Found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292840" y="3154680"/>
            <a:ext cx="274320" cy="2743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0" y="35661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0" y="164592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Index of Found Element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Student by Roll Number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Database System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Retrieval of Student Records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Use of Resources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Large Data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Roll Numbers and Marks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Marks, Grade, Pass/Fail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Binary Search for Efficient Retrieval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Various Data Types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Implement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Binary Search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3474720" cy="2194560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206240" y="1828800"/>
            <a:ext cx="3474720" cy="2194560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0" y="20116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206240" y="32004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955280" y="1828800"/>
            <a:ext cx="3474720" cy="2194560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20116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955280" y="32004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Requirement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3474720" cy="2194560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5720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" y="57607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206240" y="4389120"/>
            <a:ext cx="3474720" cy="2194560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45720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206240" y="57607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Steps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5166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51663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000"/>
              </a:spcBef>
            </a:pPr>
            <a:r>
              <a:rPr lang="en-US" sz="2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= 0</a:t>
            </a:r>
            <a:endParaRPr lang="en-US" sz="2000" dirty="0"/>
          </a:p>
          <a:p>
            <a:pPr>
              <a:spcBef>
                <a:spcPts val="1000"/>
              </a:spcBef>
            </a:pPr>
            <a:r>
              <a:rPr lang="en-US" sz="2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= n-1</a:t>
            </a:r>
            <a:endParaRPr lang="en-US" sz="2000" dirty="0"/>
          </a:p>
          <a:p>
            <a:pPr>
              <a:spcBef>
                <a:spcPts val="1000"/>
              </a:spcBef>
            </a:pPr>
            <a:r>
              <a:rPr lang="en-US" sz="2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= (Left + Right) / 2</a:t>
            </a:r>
            <a:endParaRPr lang="en-US" sz="2000" dirty="0"/>
          </a:p>
          <a:p>
            <a:pPr>
              <a:spcBef>
                <a:spcPts val="1000"/>
              </a:spcBef>
            </a:pPr>
            <a:r>
              <a:rPr lang="en-US" sz="2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Target</a:t>
            </a:r>
            <a:endParaRPr lang="en-US" sz="2000" dirty="0"/>
          </a:p>
          <a:p>
            <a:pPr>
              <a:spcBef>
                <a:spcPts val="1000"/>
              </a:spcBef>
            </a:pPr>
            <a:r>
              <a:rPr lang="en-US" sz="2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Left or Right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80760" y="1645920"/>
            <a:ext cx="5166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080760" y="2377440"/>
            <a:ext cx="51663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000"/>
              </a:spcBef>
            </a:pPr>
            <a:r>
              <a:rPr lang="en-US" sz="2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&gt; Right</a:t>
            </a:r>
            <a:endParaRPr lang="en-US" sz="2000" dirty="0"/>
          </a:p>
          <a:p>
            <a:pPr>
              <a:spcBef>
                <a:spcPts val="1000"/>
              </a:spcBef>
            </a:pPr>
            <a:r>
              <a:rPr lang="en-US" sz="2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Not Found</a:t>
            </a:r>
            <a:endParaRPr lang="en-US" sz="2000" dirty="0"/>
          </a:p>
          <a:p>
            <a:pPr>
              <a:spcBef>
                <a:spcPts val="1000"/>
              </a:spcBef>
            </a:pPr>
            <a:r>
              <a:rPr lang="en-US" sz="2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-1</a:t>
            </a:r>
            <a:endParaRPr lang="en-US" sz="2000" dirty="0"/>
          </a:p>
          <a:p>
            <a:pPr>
              <a:spcBef>
                <a:spcPts val="1000"/>
              </a:spcBef>
            </a:pPr>
            <a:r>
              <a:rPr lang="en-US" sz="2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Found</a:t>
            </a:r>
            <a:endParaRPr lang="en-US" sz="2000" dirty="0"/>
          </a:p>
          <a:p>
            <a:pPr>
              <a:spcBef>
                <a:spcPts val="1000"/>
              </a:spcBef>
            </a:pPr>
            <a:r>
              <a:rPr lang="en-US" sz="2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Index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Example Data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IDs: 101, 102, 103, 104, 105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Marks: 78, 90, 67, 88, 45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Specific ID using Binary Search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Middle Element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Element at Index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Search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ID 104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Middle Element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Element at Index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Index of Found Element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Search with Minimal Comparisons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Programming Language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Binary Search Function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Variables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Algorithm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Function</a:t>
            </a: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is Efficient for Large Sorted Data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Search with Minimal Comparisons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in Various Programming Languages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Recursive Approach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Implement</a:t>
            </a:r>
            <a:endParaRPr lang="en-US" sz="3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in Detail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Search Time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Number of Comparisons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Use of System Resources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for Large Datasets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Implement and Understand</a:t>
            </a:r>
            <a:endParaRPr lang="en-US" sz="3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Discussion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Various Data Types</a:t>
            </a:r>
            <a:endParaRPr lang="en-US" sz="3000" dirty="0"/>
          </a:p>
          <a:p>
            <a:pPr>
              <a:spcBef>
                <a:spcPts val="1200"/>
              </a:spcBef>
            </a:pPr>
            <a:r>
              <a:rPr lang="en-US" sz="3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Use of Resources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Search in Student Record System</dc:title>
  <dc:subject>Binary Search in Student Record System</dc:subject>
  <dc:creator>VisionText AI</dc:creator>
  <cp:lastModifiedBy>VisionText AI</cp:lastModifiedBy>
  <cp:revision>1</cp:revision>
  <dcterms:created xsi:type="dcterms:W3CDTF">2026-04-12T17:54:27Z</dcterms:created>
  <dcterms:modified xsi:type="dcterms:W3CDTF">2026-04-12T17:54:27Z</dcterms:modified>
</cp:coreProperties>
</file>