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Explanation of Binary Search algorithm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Advantages of using Binary Search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Practical application of Binary Search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Description of a project that utilizes Binary Search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Step-by-step explanation of Binary Search algorithm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Simple algorithm for Binary Search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Example of Binary Search in action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Step-by-step search for Roll Number 104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Step-by-step search for Roll Number 106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Continuation of search for Roll Number 106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Benefits of using Binary Search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Drawbacks of using Binary Search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Implementation of Binary Search in C programming language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6EE7B7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VisionText AI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8686800" y="-914400"/>
            <a:ext cx="4572000" cy="4572000"/>
          </a:xfrm>
          <a:prstGeom prst="ellipse">
            <a:avLst/>
          </a:prstGeom>
          <a:solidFill>
            <a:srgbClr val="10B981">
              <a:alpha val="1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2011680"/>
            <a:ext cx="10515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Binary Search in Student Record System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731520" y="374904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rgbClr val="6EE7B7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Searching Student Data using Roll Number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731520" y="3383280"/>
            <a:ext cx="137160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34D399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What is Binary Search?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640080" y="164592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Bef>
                <a:spcPts val="1200"/>
              </a:spcBef>
            </a:pPr>
            <a:r>
              <a:rPr lang="en-US" sz="3000" dirty="0">
                <a:solidFill>
                  <a:srgbClr val="D1FAE5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Fast searching algorithm</a:t>
            </a:r>
            <a:endParaRPr lang="en-US" sz="3000" dirty="0"/>
          </a:p>
          <a:p>
            <a:pPr>
              <a:spcBef>
                <a:spcPts val="1200"/>
              </a:spcBef>
            </a:pPr>
            <a:r>
              <a:rPr lang="en-US" sz="3000" dirty="0">
                <a:solidFill>
                  <a:srgbClr val="D1FAE5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Works only on sorted data</a:t>
            </a:r>
            <a:endParaRPr lang="en-US" sz="3000" dirty="0"/>
          </a:p>
          <a:p>
            <a:pPr>
              <a:spcBef>
                <a:spcPts val="1200"/>
              </a:spcBef>
            </a:pPr>
            <a:r>
              <a:rPr lang="en-US" sz="3000" dirty="0">
                <a:solidFill>
                  <a:srgbClr val="D1FAE5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Divides data into halves and eliminates half each step</a:t>
            </a:r>
            <a:endParaRPr lang="en-US" sz="3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34D399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Why Binary Search?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640080" y="164592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Bef>
                <a:spcPts val="1200"/>
              </a:spcBef>
            </a:pPr>
            <a:r>
              <a:rPr lang="en-US" sz="3000" dirty="0">
                <a:solidFill>
                  <a:srgbClr val="D1FAE5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Faster than linear search</a:t>
            </a:r>
            <a:endParaRPr lang="en-US" sz="3000" dirty="0"/>
          </a:p>
          <a:p>
            <a:pPr>
              <a:spcBef>
                <a:spcPts val="1200"/>
              </a:spcBef>
            </a:pPr>
            <a:r>
              <a:rPr lang="en-US" sz="3000" dirty="0">
                <a:solidFill>
                  <a:srgbClr val="D1FAE5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Useful when data is large and sorted</a:t>
            </a:r>
            <a:endParaRPr lang="en-US" sz="3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34D399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Real Life Example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640080" y="164592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Bef>
                <a:spcPts val="1200"/>
              </a:spcBef>
            </a:pPr>
            <a:r>
              <a:rPr lang="en-US" sz="3000" dirty="0">
                <a:solidFill>
                  <a:srgbClr val="D1FAE5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Searching student by roll number in college database</a:t>
            </a:r>
            <a:endParaRPr lang="en-US" sz="3000" dirty="0"/>
          </a:p>
          <a:p>
            <a:pPr>
              <a:spcBef>
                <a:spcPts val="1200"/>
              </a:spcBef>
            </a:pPr>
            <a:r>
              <a:rPr lang="en-US" sz="3000" dirty="0">
                <a:solidFill>
                  <a:srgbClr val="D1FAE5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Start from middle and decide left or right</a:t>
            </a:r>
            <a:endParaRPr lang="en-US" sz="3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34D399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Project Idea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640080" y="164592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Bef>
                <a:spcPts val="1200"/>
              </a:spcBef>
            </a:pPr>
            <a:r>
              <a:rPr lang="en-US" sz="3000" dirty="0">
                <a:solidFill>
                  <a:srgbClr val="D1FAE5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Store student roll numbers and marks</a:t>
            </a:r>
            <a:endParaRPr lang="en-US" sz="3000" dirty="0"/>
          </a:p>
          <a:p>
            <a:pPr>
              <a:spcBef>
                <a:spcPts val="1200"/>
              </a:spcBef>
            </a:pPr>
            <a:r>
              <a:rPr lang="en-US" sz="3000" dirty="0">
                <a:solidFill>
                  <a:srgbClr val="D1FAE5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Search student using roll number and show marks, grade, and pass/fail status</a:t>
            </a:r>
            <a:endParaRPr lang="en-US" sz="3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34D399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How Binary Search Works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640080" y="164592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Bef>
                <a:spcPts val="1200"/>
              </a:spcBef>
            </a:pPr>
            <a:r>
              <a:rPr lang="en-US" sz="3000" dirty="0">
                <a:solidFill>
                  <a:srgbClr val="D1FAE5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Find middle element</a:t>
            </a:r>
            <a:endParaRPr lang="en-US" sz="3000" dirty="0"/>
          </a:p>
          <a:p>
            <a:pPr>
              <a:spcBef>
                <a:spcPts val="1200"/>
              </a:spcBef>
            </a:pPr>
            <a:r>
              <a:rPr lang="en-US" sz="3000" dirty="0">
                <a:solidFill>
                  <a:srgbClr val="D1FAE5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Compare with target</a:t>
            </a:r>
            <a:endParaRPr lang="en-US" sz="3000" dirty="0"/>
          </a:p>
          <a:p>
            <a:pPr>
              <a:spcBef>
                <a:spcPts val="1200"/>
              </a:spcBef>
            </a:pPr>
            <a:r>
              <a:rPr lang="en-US" sz="3000" dirty="0">
                <a:solidFill>
                  <a:srgbClr val="D1FAE5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If equal, found; if greater, search right; if smaller, search left</a:t>
            </a:r>
            <a:endParaRPr lang="en-US" sz="3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34D399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Algorithm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640080" y="164592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Bef>
                <a:spcPts val="1200"/>
              </a:spcBef>
            </a:pPr>
            <a:r>
              <a:rPr lang="en-US" sz="3000" dirty="0">
                <a:solidFill>
                  <a:srgbClr val="D1FAE5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Start with left = 0, right = n-1</a:t>
            </a:r>
            <a:endParaRPr lang="en-US" sz="3000" dirty="0"/>
          </a:p>
          <a:p>
            <a:pPr>
              <a:spcBef>
                <a:spcPts val="1200"/>
              </a:spcBef>
            </a:pPr>
            <a:r>
              <a:rPr lang="en-US" sz="3000" dirty="0">
                <a:solidFill>
                  <a:srgbClr val="D1FAE5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While left &lt;= right, find mid and compare with target</a:t>
            </a:r>
            <a:endParaRPr lang="en-US" sz="3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34D399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Working Example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640080" y="164592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Bef>
                <a:spcPts val="1200"/>
              </a:spcBef>
            </a:pPr>
            <a:r>
              <a:rPr lang="en-US" sz="3000" dirty="0">
                <a:solidFill>
                  <a:srgbClr val="D1FAE5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IDs: 101, 102, 103, 104, 105, 106, 107</a:t>
            </a:r>
            <a:endParaRPr lang="en-US" sz="3000" dirty="0"/>
          </a:p>
          <a:p>
            <a:pPr>
              <a:spcBef>
                <a:spcPts val="1200"/>
              </a:spcBef>
            </a:pPr>
            <a:r>
              <a:rPr lang="en-US" sz="3000" dirty="0">
                <a:solidFill>
                  <a:srgbClr val="D1FAE5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Marks: 78, 90, 67, 88, 45, 92, 81</a:t>
            </a:r>
            <a:endParaRPr lang="en-US" sz="3000" dirty="0"/>
          </a:p>
          <a:p>
            <a:pPr>
              <a:spcBef>
                <a:spcPts val="1200"/>
              </a:spcBef>
            </a:pPr>
            <a:r>
              <a:rPr lang="en-US" sz="3000" dirty="0">
                <a:solidFill>
                  <a:srgbClr val="D1FAE5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Search Roll Number = 104</a:t>
            </a:r>
            <a:endParaRPr lang="en-US" sz="3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34D399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Search Roll Number = 104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640080" y="164592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Bef>
                <a:spcPts val="1200"/>
              </a:spcBef>
            </a:pPr>
            <a:r>
              <a:rPr lang="en-US" sz="3000" dirty="0">
                <a:solidFill>
                  <a:srgbClr val="D1FAE5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Initial values: left = 0, right = 6</a:t>
            </a:r>
            <a:endParaRPr lang="en-US" sz="3000" dirty="0"/>
          </a:p>
          <a:p>
            <a:pPr>
              <a:spcBef>
                <a:spcPts val="1200"/>
              </a:spcBef>
            </a:pPr>
            <a:r>
              <a:rPr lang="en-US" sz="3000" dirty="0">
                <a:solidFill>
                  <a:srgbClr val="D1FAE5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Find middle: mid = (0 + 6) / 2 = 3</a:t>
            </a:r>
            <a:endParaRPr lang="en-US" sz="3000" dirty="0"/>
          </a:p>
          <a:p>
            <a:pPr>
              <a:spcBef>
                <a:spcPts val="1200"/>
              </a:spcBef>
            </a:pPr>
            <a:r>
              <a:rPr lang="en-US" sz="3000" dirty="0">
                <a:solidFill>
                  <a:srgbClr val="D1FAE5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Check: ids[3] = 104 found</a:t>
            </a:r>
            <a:endParaRPr lang="en-US" sz="3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34D399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Search Roll Number = 106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640080" y="164592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Bef>
                <a:spcPts val="1200"/>
              </a:spcBef>
            </a:pPr>
            <a:r>
              <a:rPr lang="en-US" sz="3000" dirty="0">
                <a:solidFill>
                  <a:srgbClr val="D1FAE5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Initial values: left = 0, right = 6</a:t>
            </a:r>
            <a:endParaRPr lang="en-US" sz="3000" dirty="0"/>
          </a:p>
          <a:p>
            <a:pPr>
              <a:spcBef>
                <a:spcPts val="1200"/>
              </a:spcBef>
            </a:pPr>
            <a:r>
              <a:rPr lang="en-US" sz="3000" dirty="0">
                <a:solidFill>
                  <a:srgbClr val="D1FAE5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Find middle: mid = (0 + 6) / 2 = 3</a:t>
            </a:r>
            <a:endParaRPr lang="en-US" sz="3000" dirty="0"/>
          </a:p>
          <a:p>
            <a:pPr>
              <a:spcBef>
                <a:spcPts val="1200"/>
              </a:spcBef>
            </a:pPr>
            <a:r>
              <a:rPr lang="en-US" sz="3000" dirty="0">
                <a:solidFill>
                  <a:srgbClr val="D1FAE5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Check: ids[3] = 104, 106 &gt; 104, search RIGHT side</a:t>
            </a:r>
            <a:endParaRPr lang="en-US" sz="3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34D399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Step 2: Search Roll Number = 106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640080" y="164592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Bef>
                <a:spcPts val="1200"/>
              </a:spcBef>
            </a:pPr>
            <a:r>
              <a:rPr lang="en-US" sz="3000" dirty="0">
                <a:solidFill>
                  <a:srgbClr val="D1FAE5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Left = 4, right = 6</a:t>
            </a:r>
            <a:endParaRPr lang="en-US" sz="3000" dirty="0"/>
          </a:p>
          <a:p>
            <a:pPr>
              <a:spcBef>
                <a:spcPts val="1200"/>
              </a:spcBef>
            </a:pPr>
            <a:r>
              <a:rPr lang="en-US" sz="3000" dirty="0">
                <a:solidFill>
                  <a:srgbClr val="D1FAE5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Mid = (4 + 6) / 2 = 5</a:t>
            </a:r>
            <a:endParaRPr lang="en-US" sz="3000" dirty="0"/>
          </a:p>
          <a:p>
            <a:pPr>
              <a:spcBef>
                <a:spcPts val="1200"/>
              </a:spcBef>
            </a:pPr>
            <a:r>
              <a:rPr lang="en-US" sz="3000" dirty="0">
                <a:solidFill>
                  <a:srgbClr val="D1FAE5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Ids[5] = 106</a:t>
            </a:r>
            <a:endParaRPr lang="en-US" sz="3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34D399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Advantages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640080" y="164592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Bef>
                <a:spcPts val="1200"/>
              </a:spcBef>
            </a:pPr>
            <a:r>
              <a:rPr lang="en-US" sz="3000" dirty="0">
                <a:solidFill>
                  <a:srgbClr val="D1FAE5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Fast searching</a:t>
            </a:r>
            <a:endParaRPr lang="en-US" sz="3000" dirty="0"/>
          </a:p>
          <a:p>
            <a:pPr>
              <a:spcBef>
                <a:spcPts val="1200"/>
              </a:spcBef>
            </a:pPr>
            <a:r>
              <a:rPr lang="en-US" sz="3000" dirty="0">
                <a:solidFill>
                  <a:srgbClr val="D1FAE5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Efficient for large data</a:t>
            </a:r>
            <a:endParaRPr lang="en-US" sz="3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34D399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Limitations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640080" y="164592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Bef>
                <a:spcPts val="1200"/>
              </a:spcBef>
            </a:pPr>
            <a:r>
              <a:rPr lang="en-US" sz="3000" dirty="0">
                <a:solidFill>
                  <a:srgbClr val="D1FAE5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Data must be sorted</a:t>
            </a:r>
            <a:endParaRPr lang="en-US" sz="3000" dirty="0"/>
          </a:p>
          <a:p>
            <a:pPr>
              <a:spcBef>
                <a:spcPts val="1200"/>
              </a:spcBef>
            </a:pPr>
            <a:r>
              <a:rPr lang="en-US" sz="3000" dirty="0">
                <a:solidFill>
                  <a:srgbClr val="D1FAE5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Not suitable for small unsorted data</a:t>
            </a:r>
            <a:endParaRPr lang="en-US" sz="3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34D399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Implementation in C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640080" y="164592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Bef>
                <a:spcPts val="1200"/>
              </a:spcBef>
            </a:pPr>
            <a:r>
              <a:rPr lang="en-US" sz="3000" dirty="0">
                <a:solidFill>
                  <a:srgbClr val="D1FAE5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Use Binary Search algorithm to search student records</a:t>
            </a:r>
            <a:endParaRPr lang="en-US" sz="3000" dirty="0"/>
          </a:p>
          <a:p>
            <a:pPr>
              <a:spcBef>
                <a:spcPts val="1200"/>
              </a:spcBef>
            </a:pPr>
            <a:r>
              <a:rPr lang="en-US" sz="3000" dirty="0">
                <a:solidFill>
                  <a:srgbClr val="D1FAE5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Sort student records by roll number</a:t>
            </a:r>
            <a:endParaRPr lang="en-US" sz="3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914400"/>
            <a:ext cx="4572000" cy="4572000"/>
          </a:xfrm>
          <a:prstGeom prst="ellipse">
            <a:avLst/>
          </a:prstGeom>
          <a:solidFill>
            <a:srgbClr val="10B981">
              <a:alpha val="1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2011680"/>
            <a:ext cx="10515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Thank You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731520" y="374904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rgbClr val="6EE7B7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Any questions?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31520" y="3383280"/>
            <a:ext cx="137160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Binary Search in Student Record System</dc:title>
  <dc:subject>Binary Search in Student Record System</dc:subject>
  <dc:creator>VisionText AI</dc:creator>
  <cp:lastModifiedBy>VisionText AI</cp:lastModifiedBy>
  <cp:revision>1</cp:revision>
  <dcterms:created xsi:type="dcterms:W3CDTF">2026-04-09T01:28:07Z</dcterms:created>
  <dcterms:modified xsi:type="dcterms:W3CDTF">2026-04-09T01:28:07Z</dcterms:modified>
</cp:coreProperties>
</file>