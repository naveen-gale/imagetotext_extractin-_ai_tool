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binary search is an efficient algorithm for finding an item from a sorted list of items. It works by repeatedly dividing in half the portion of the list that could contain the item, until you've narrowed the possible locations to just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binary search algorithm by walking through each step, highlighting how the search space is reduced by half at each iteration.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benefits of using binary search, highlighting its speed and efficiency in handling large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benefits of binary search, including its speed and efficiency, and how it improves data retrieval and overall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binary search can be applied in a real-life scenario, such as a college database system, to efficiently search for student records by roll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project idea, focusing on storing and displaying student records using binary search for efficient data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step-by-step process of binary search, highlighting how it efficiently narrows down the search space by comparing the target value with the middle element and adjusting the search range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sample data and its purpose in demonstrating the Binary Search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step-by-step process of binary search for the given example, highlighting how the left, right, and mid indices are used to find the target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VisionText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EAB308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in Student Record System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Student Data using Roll Number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37160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Binary Search?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searching algorithm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sorted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data into halves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Binary Search Algorithm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sorted list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middle element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target with middle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left or right half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target found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Binary Search?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linear search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large sorted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search time complexity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system efficiency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data retrieval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Binary Search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searching algorithm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large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search time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retrieval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performance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 Example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student by roll number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of student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management of records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search time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data accessibility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roll numbers and marks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marks and grade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pass or fail status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binary search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retrieval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Binary Search Works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middle element of the list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target value with middle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 or right based on comparison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target is found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 if target is found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left = 0, right = n-1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left &lt;= right, find mid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mid value with target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left or right based on comparison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target is found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Example Data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101, 102, 103, 104, 105, 106, 107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 78, 90, 67, 88, 45, 92, 81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IDs for Binary Search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 for demonstration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illustrate Binary Search algorithm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(Search 104)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0, Right = 6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3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element at mid index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in Student Record System</dc:title>
  <dc:subject>Binary Search in Student Record System</dc:subject>
  <dc:creator>VisionText AI</dc:creator>
  <cp:lastModifiedBy>VisionText AI</cp:lastModifiedBy>
  <cp:revision>1</cp:revision>
  <dcterms:created xsi:type="dcterms:W3CDTF">2026-04-13T14:32:51Z</dcterms:created>
  <dcterms:modified xsi:type="dcterms:W3CDTF">2026-04-13T14:32:51Z</dcterms:modified>
</cp:coreProperties>
</file>